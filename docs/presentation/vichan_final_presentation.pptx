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1A1A1A"/>
                </a:solidFill>
                <a:latin typeface="Calibri"/>
              </a:rPr>
              <a:t>Analyzing the Development Lifecycle of Vichan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555555"/>
                </a:solidFill>
                <a:latin typeface="Calibri"/>
              </a:rPr>
              <a:t>What 16 years of Git history say about how an open-source project 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Jonathan Lange, Tristan Lopez, Noah Cash, Ar-Raniry Ar-Rasyid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COSC 445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Vichan is an open-source PHP imageboard engine: Tinyboard in 2010, vichan fork in 2014, base of 8chan, end-of-life and archived in 2026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Its whole life is public, from the first commit to the shutdown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Q1: As it aged, did work shift from new features to bug and security fixes?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Calibri"/>
              </a:rPr>
              <a:t>•  Q2: How much work was forced from outside (security holes, new PHP versions) and how much was cleanup the team chose?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Source: github.com/vichan-devel/vichan, all 27 branches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Collected by repository mining: bare git clone + git log, saved as CSV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Nov 2010 to Jul 2026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Each commit: author, time, message, files, and every changed code block (hunk)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463040"/>
          <a:ext cx="5029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463040"/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Commits (all branches)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9,646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File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25,276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Hunks (changed code blocks)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65,641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Unique changes after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Hunks after cleaning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46,290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Developers after merging aliases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6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057400" cy="2377440"/>
          </a:xfrm>
          <a:prstGeom prst="round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1  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Clone repo, export commits, files, and hunks to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737360"/>
            <a:ext cx="2057400" cy="2377440"/>
          </a:xfrm>
          <a:prstGeom prst="round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2 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423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Drop merges and branch copies, UTC times, merge developer aliases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737360"/>
            <a:ext cx="2057400" cy="2377440"/>
          </a:xfrm>
          <a:prstGeom prst="round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3  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423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Keyword and file rules, then an AI model for the 3,022 commits left over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737360"/>
            <a:ext cx="2057400" cy="2377440"/>
          </a:xfrm>
          <a:prstGeom prst="round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4 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423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Re-label a random sample of 200 by reading the actual code diff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737360"/>
            <a:ext cx="2057400" cy="2377440"/>
          </a:xfrm>
          <a:prstGeom prst="round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5  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42316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Share of each category per year and per 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Categories: Feature, Bug Fix, Security Fix, Code Cleanup, Documentation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Extra flag for outside-driven work: security, or a message naming a PHP, browser, or library version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Tools: Git, Python, pandas, Matplotlib, Claude (AI labels saved to CSV so the pipeline re-runs offline)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1A1A1A"/>
                </a:solidFill>
                <a:latin typeface="Calibri"/>
              </a:rPr>
              <a:t>•  Branch copies: 3,155 commits were rebased or cherry-picked duplicates on other branches. Without removing them, 2013 to 2015 counts almost twice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1A1A1A"/>
                </a:solidFill>
                <a:latin typeface="Calibri"/>
              </a:rPr>
              <a:t>•  Aliases: the Tinyboard creator used 10 name/email pairs, Fredrick Brennan used 10 (including “8chan”)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1A1A1A"/>
                </a:solidFill>
                <a:latin typeface="Calibri"/>
              </a:rPr>
              <a:t>•  Vague messages: about 5% are just “...”, “h”, or “Update post.php”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1A1A1A"/>
                </a:solidFill>
                <a:latin typeface="Calibri"/>
              </a:rPr>
              <a:t>•  Hunks were misleading: 66% are in translation or bundled library files, so we measured commits instead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How accurate are the labels?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56692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 source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Sampled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Keyword rules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File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AI model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F2F2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800" b="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5544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About 1 in 4 commits is in the wrong category, so only large differences count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Security: every commit labeled Security Fix was one (5/5), but only half of real security fixes were caught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So security numbers are a floor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Results: the shape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pic>
        <p:nvPicPr>
          <p:cNvPr id="5" name="Picture 4" descr="commit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67" y="1234440"/>
            <a:ext cx="9966960" cy="47841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Q1: did the work shift toward fixes?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pic>
        <p:nvPicPr>
          <p:cNvPr id="5" name="Picture 4" descr="share_by_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143000"/>
            <a:ext cx="8778240" cy="4213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Decline: features fell from 34% to 21%; fixes and cleanup rose from 55% to 62%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Revival: not a slide into fixes. Cleanup jumped to 41% as new maintainers modernized the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Q2: forced work or chosen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security_vs_clea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143000"/>
            <a:ext cx="8778240" cy="42135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40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Outside-driven work peaked at 10% in the decline (PHP 7 and 8 fixes); security never passed 4.5%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Cleanup the team chose was larger in every era, and about 8x larger at the 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A1A1A"/>
                </a:solidFill>
                <a:latin typeface="Calibri"/>
              </a:rPr>
              <a:t>Conclusions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A78D6"/>
                </a:solidFill>
                <a:latin typeface="Calibri"/>
              </a:rPr>
              <a:t>What we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Shrinking years were mostly upkeep: fewer features, more fixes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The end came after a planned rebuild, not a slow decay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Most maintenance was chosen, not forced from outside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2A78D6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77% label accuracy; security undercounted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A commit is not a unit of effort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1A1A1A"/>
                </a:solidFill>
                <a:latin typeface="Calibri"/>
              </a:rPr>
              <a:t>•  Next: give the model the diff, add GitHub issues and CVE data, compare other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